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457200"/>
            <a:ext cx="1371600" cy="137160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1B1D3A">
                <a:alpha val="12000"/>
              </a:srgbClr>
            </a:outerShdw>
          </a:effectLst>
        </p:spPr>
      </p:sp>
      <p:pic>
        <p:nvPicPr>
          <p:cNvPr id="3" name="Image 0" descr="/home/claude/ppt_assets/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676656"/>
            <a:ext cx="822960" cy="8778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993392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0" y="248716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  ·  School of Computer Science and Engineering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0" y="299923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4D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649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Meher.dev — Web Developer Intern Portfolio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77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Development internship project, submitted in partial fulfilment of the degree of B.Tech (CSE)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14400" y="4617720"/>
            <a:ext cx="1036015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58060000" dist="483870000" dir="324000000000">
              <a:srgbClr val="1B1D3A">
                <a:alpha val="120000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325880" y="4892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514807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Meher Prateek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4892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514807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25SCS1003002642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55961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585216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3rd Semester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55961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585216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COMPLETION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Completion Certificate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 Codec Technologies Pvt. Ltd.  ·  13 June 2026 – 16 July 2026  ·  Role: Web Developer Intern</a:t>
            </a:r>
            <a:endParaRPr lang="en-US" sz="1350" dirty="0"/>
          </a:p>
        </p:txBody>
      </p:sp>
      <p:pic>
        <p:nvPicPr>
          <p:cNvPr id="5" name="Image 0" descr="/home/claude/ppt_assets/certificat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528" y="1874520"/>
            <a:ext cx="7406640" cy="4629150"/>
          </a:xfrm>
          <a:prstGeom prst="rect">
            <a:avLst/>
          </a:prstGeom>
          <a:effectLst>
            <a:outerShdw sx="100000" sy="100000" kx="0" ky="0" algn="bl" rotWithShape="0" blurRad="28677362000000" dist="6145149000000" dir="19440000000000000">
              <a:srgbClr val="1B1D3A">
                <a:alpha val="120000000000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MEHER.DEV  ·  INTERNSHIP PRESENTATION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0023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personal site, built like a code editor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 is the internship's project component — a single-page personal website that presents Meher's profile, skills, and internship projects. Its visual identity borrows from the tools developers use every day: the navigation looks like open editor tabs, and projects are shown as repo-style cards — implemented with HTML, CSS and vanilla JavaScript, with no backend or build step.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581912" cy="438912"/>
          </a:xfrm>
          <a:prstGeom prst="roundRect">
            <a:avLst>
              <a:gd name="adj" fmla="val 50000"/>
            </a:avLst>
          </a:prstGeom>
          <a:solidFill>
            <a:srgbClr val="4A43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977640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app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95144" y="3977640"/>
            <a:ext cx="1581912" cy="438912"/>
          </a:xfrm>
          <a:prstGeom prst="roundRect">
            <a:avLst>
              <a:gd name="adj" fmla="val 50000"/>
            </a:avLst>
          </a:prstGeom>
          <a:solidFill>
            <a:srgbClr val="4A43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95144" y="3977640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41648" y="3977640"/>
            <a:ext cx="1356970" cy="438912"/>
          </a:xfrm>
          <a:prstGeom prst="roundRect">
            <a:avLst>
              <a:gd name="adj" fmla="val 50000"/>
            </a:avLst>
          </a:prstGeom>
          <a:solidFill>
            <a:srgbClr val="4A43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041648" y="3977640"/>
            <a:ext cx="135697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892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layout adapts across desktop, tablet, and mobile, with smooth-scroll navigation, an active-tab indicator, and reveal animations throughout.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554480"/>
            <a:ext cx="5541264" cy="3518154"/>
          </a:xfrm>
          <a:prstGeom prst="roundRect">
            <a:avLst>
              <a:gd name="adj" fmla="val 20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64202497400000000" dist="78043392300000000" dir="1.1664e+21">
              <a:srgbClr val="1B1D3A">
                <a:alpha val="12000000000000000000"/>
              </a:srgbClr>
            </a:outerShdw>
          </a:effectLst>
        </p:spPr>
      </p:sp>
      <p:pic>
        <p:nvPicPr>
          <p:cNvPr id="13" name="Image 0" descr="/home/claude/ppt_assets/portfolio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2" y="1627632"/>
            <a:ext cx="5394960" cy="337185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263640" y="5200650"/>
            <a:ext cx="5541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Meher.dev — homepage hero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MEHER.DEV  ·  INTERNSHIP PRESENTATION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00023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Codec Technologies Pvt. Ltd.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platform connecting learners and talent to meaningful career opportunities, delivering IT and business-consultancy services across 27+ countries with a focus on global innovation and strategic growth.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62537171698e+21" dist="991151082210000000000" dir="6.9984e+25">
              <a:srgbClr val="1B1D3A">
                <a:alpha val="1.2e+2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97480"/>
            <a:ext cx="685800" cy="685800"/>
          </a:xfrm>
          <a:prstGeom prst="ellipse">
            <a:avLst/>
          </a:prstGeom>
          <a:solidFill>
            <a:srgbClr val="EEEDF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🌎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6791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REACH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97180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business consultancy across 27+ countries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843016" y="2423160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8742220805646e+25" dist="1.2587618744067e+25" dir="4.19904e+30">
              <a:srgbClr val="1B1D3A">
                <a:alpha val="1.2e+2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17336" y="2697480"/>
            <a:ext cx="685800" cy="685800"/>
          </a:xfrm>
          <a:prstGeom prst="ellipse">
            <a:avLst/>
          </a:prstGeom>
          <a:solidFill>
            <a:srgbClr val="EEED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17336" y="2697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👩‍💻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986016" y="26791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MODE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986016" y="297180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Hybrid, Pan-India engagement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3858768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.460262042317042e+29" dist="1.598627580496509e+29" dir="2.519424e+35">
              <a:srgbClr val="1B1D3A">
                <a:alpha val="1.2e+3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133088"/>
            <a:ext cx="685800" cy="685800"/>
          </a:xfrm>
          <a:prstGeom prst="ellipse">
            <a:avLst/>
          </a:prstGeom>
          <a:solidFill>
            <a:srgbClr val="EEEDF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1330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🛠️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1148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ROLE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40740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Developer Intern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843016" y="3858768"/>
            <a:ext cx="5074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.474532793742643e+33" dist="2.0302570272305663e+33" dir="1.5116544e+40">
              <a:srgbClr val="1B1D3A">
                <a:alpha val="1.1999999999999999e+3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17336" y="4133088"/>
            <a:ext cx="685800" cy="685800"/>
          </a:xfrm>
          <a:prstGeom prst="ellipse">
            <a:avLst/>
          </a:prstGeom>
          <a:solidFill>
            <a:srgbClr val="EEED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17336" y="41330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6986016" y="41148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986016" y="440740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June 2026 – 16 July 2026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MEHER.DEV  ·  INTERNSHIP PRESENTATION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0023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23264A"/>
          </a:solidFill>
          <a:ln/>
          <a:effectLst>
            <a:outerShdw sx="100000" sy="100000" kx="0" ky="0" algn="bl" rotWithShape="0" blurRad="1.2032656648053156e+38" dist="2.578426424582819e+37" dir="9.069926400000001e+44">
              <a:srgbClr val="1B1D3A">
                <a:alpha val="1.1999999999999999e+44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4D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student portfolios lean on generic templates that don't reflect the person who built them, or clearly show what was actually learned and shipped during an internship.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addresses that by building a single-page personal website that documents the internship experience — skills, projects, and takeaways — using a design language borrowed from the tools developers use every day: code editors and GitHub.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080760" y="1691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2221992"/>
            <a:ext cx="146304" cy="146304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209397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distinctive, code-editor-inspired visual identity instead of a generic template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2907792"/>
            <a:ext cx="146304" cy="146304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77977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skills, internship projects, and learnings in dedicated, well-structured sections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3593592"/>
            <a:ext cx="146304" cy="146304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346557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fully responsive layouts with a working mobile navigation menu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4279392"/>
            <a:ext cx="146304" cy="146304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415137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smooth scrolling, scroll-triggered reveal animations, and an active nav-tab indicator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4965192"/>
            <a:ext cx="146304" cy="146304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483717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accessibility practices: semantic markup, visible focus states, reduced-motion support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80760" y="5650992"/>
            <a:ext cx="146304" cy="146304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552297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finished static site through GitHub Pages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MEHER.DEV  ·  INTERNSHIP PRESENTATION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0023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TOOLKIT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 scope, and what it's built with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528147394302751e+42" dist="3.2746015592201804e+41" dir="5.44195584e+49">
              <a:srgbClr val="1B1D3A">
                <a:alpha val="1.2e+49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57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About, Skills, Projects, Learnings, and Contact sections, plus a responsive nav and footer — entirely client-side.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806440" y="160020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9407471907644937e+46" dist="4.158743980209629e+45" dir="3.2651735040000005e+54">
              <a:srgbClr val="1B1D3A">
                <a:alpha val="1.2e+54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126480" y="1783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0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057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email delivery, a CMS, user accounts, or database-backed project data — noted as future extensions.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5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 USED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64992"/>
            <a:ext cx="2487168" cy="1005840"/>
          </a:xfrm>
          <a:prstGeom prst="roundRect">
            <a:avLst>
              <a:gd name="adj" fmla="val 7273"/>
            </a:avLst>
          </a:prstGeom>
          <a:solidFill>
            <a:srgbClr val="23264A"/>
          </a:solidFill>
          <a:ln/>
          <a:effectLst>
            <a:outerShdw sx="100000" sy="100000" kx="0" ky="0" algn="bl" rotWithShape="0" blurRad="2.464748932270907e+50" dist="5.281604854866228e+49" dir="1.9591041024000004e+59">
              <a:srgbClr val="1B1D3A">
                <a:alpha val="1.2e+59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352958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89534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semantics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18688" y="3364992"/>
            <a:ext cx="2487168" cy="1005840"/>
          </a:xfrm>
          <a:prstGeom prst="roundRect">
            <a:avLst>
              <a:gd name="adj" fmla="val 7273"/>
            </a:avLst>
          </a:prstGeom>
          <a:solidFill>
            <a:srgbClr val="23264A"/>
          </a:solidFill>
          <a:ln/>
          <a:effectLst>
            <a:outerShdw sx="100000" sy="100000" kx="0" ky="0" algn="bl" rotWithShape="0" blurRad="3.1302311439840524e+54" dist="6.70763816568011e+53" dir="1.1754624614400003e+64">
              <a:srgbClr val="1B1D3A">
                <a:alpha val="1.2000000000000001e+64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447288" y="352958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447288" y="389534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system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88736" y="3364992"/>
            <a:ext cx="2487168" cy="1005840"/>
          </a:xfrm>
          <a:prstGeom prst="roundRect">
            <a:avLst>
              <a:gd name="adj" fmla="val 7273"/>
            </a:avLst>
          </a:prstGeom>
          <a:solidFill>
            <a:srgbClr val="23264A"/>
          </a:solidFill>
          <a:ln/>
          <a:effectLst>
            <a:outerShdw sx="100000" sy="100000" kx="0" ky="0" algn="bl" rotWithShape="0" blurRad="3.9753935528597466e+58" dist="8.518700470413739e+57" dir="7.052774768640002e+68">
              <a:srgbClr val="1B1D3A">
                <a:alpha val="1.2e+69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117336" y="352958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117336" y="389534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 &amp; animation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58784" y="3364992"/>
            <a:ext cx="2487168" cy="1005840"/>
          </a:xfrm>
          <a:prstGeom prst="roundRect">
            <a:avLst>
              <a:gd name="adj" fmla="val 7273"/>
            </a:avLst>
          </a:prstGeom>
          <a:solidFill>
            <a:srgbClr val="23264A"/>
          </a:solidFill>
          <a:ln/>
          <a:effectLst>
            <a:outerShdw sx="100000" sy="100000" kx="0" ky="0" algn="bl" rotWithShape="0" blurRad="5.048749812131878e+62" dist="1.081874959742545e+62" dir="4.2316648611840007e+73">
              <a:srgbClr val="1B1D3A">
                <a:alpha val="1.2e+74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787384" y="352958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787384" y="389534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553712"/>
            <a:ext cx="2487168" cy="1005840"/>
          </a:xfrm>
          <a:prstGeom prst="roundRect">
            <a:avLst>
              <a:gd name="adj" fmla="val 7273"/>
            </a:avLst>
          </a:prstGeom>
          <a:solidFill>
            <a:srgbClr val="23264A"/>
          </a:solidFill>
          <a:ln/>
          <a:effectLst>
            <a:outerShdw sx="100000" sy="100000" kx="0" ky="0" algn="bl" rotWithShape="0" blurRad="6.411912261407485e+66" dist="1.373981198873032e+66" dir="2.5389989167104004e+78">
              <a:srgbClr val="1B1D3A">
                <a:alpha val="1.2000000000000001e+79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77240" y="471830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Server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08406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testing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18688" y="4553712"/>
            <a:ext cx="2487168" cy="1005840"/>
          </a:xfrm>
          <a:prstGeom prst="roundRect">
            <a:avLst>
              <a:gd name="adj" fmla="val 7273"/>
            </a:avLst>
          </a:prstGeom>
          <a:solidFill>
            <a:srgbClr val="23264A"/>
          </a:solidFill>
          <a:ln/>
          <a:effectLst>
            <a:outerShdw sx="100000" sy="100000" kx="0" ky="0" algn="bl" rotWithShape="0" blurRad="8.143128571987506e+70" dist="1.7449561225687507e+70" dir="1.5233993500262402e+83">
              <a:srgbClr val="1B1D3A">
                <a:alpha val="1.2000000000000002e+84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3447288" y="471830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447288" y="508406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88736" y="4553712"/>
            <a:ext cx="2487168" cy="1005840"/>
          </a:xfrm>
          <a:prstGeom prst="roundRect">
            <a:avLst>
              <a:gd name="adj" fmla="val 7273"/>
            </a:avLst>
          </a:prstGeom>
          <a:solidFill>
            <a:srgbClr val="23264A"/>
          </a:solidFill>
          <a:ln/>
          <a:effectLst>
            <a:outerShdw sx="100000" sy="100000" kx="0" ky="0" algn="bl" rotWithShape="0" blurRad="1.0341773286424134e+75" dist="2.2160942756623134e+74" dir="9.14039610015744e+87">
              <a:srgbClr val="1B1D3A">
                <a:alpha val="1.2000000000000002e+89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117336" y="471830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117336" y="508406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deployment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558784" y="4553712"/>
            <a:ext cx="2487168" cy="1005840"/>
          </a:xfrm>
          <a:prstGeom prst="roundRect">
            <a:avLst>
              <a:gd name="adj" fmla="val 7273"/>
            </a:avLst>
          </a:prstGeom>
          <a:solidFill>
            <a:srgbClr val="23264A"/>
          </a:solidFill>
          <a:ln/>
          <a:effectLst>
            <a:outerShdw sx="100000" sy="100000" kx="0" ky="0" algn="bl" rotWithShape="0" blurRad="1.313405207375865e+79" dist="2.814439730091138e+78" dir="5.484237660094465e+92">
              <a:srgbClr val="1B1D3A">
                <a:alpha val="1.2000000000000001e+94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787384" y="471830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787384" y="5084064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MEHER.DEV  ·  INTERNSHIP PRESENTATION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00023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simple, static client-side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loads the HTML document, applies the CSS design system, and runs the JavaScript for navigation, animation, and form handling. There is no application server or database — everything happens directly in the browser, then the static files are served by GitHub Pages.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00200" y="2240280"/>
            <a:ext cx="8988552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6680246133673485e+83" dist="3.574338457215745e+82" dir="3.2905425960566786e+97">
              <a:srgbClr val="1B1D3A">
                <a:alpha val="1.2e+99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965960" y="2514600"/>
            <a:ext cx="8257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— Site Architecture of Meher.dev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65960" y="3474720"/>
            <a:ext cx="2148840" cy="1554480"/>
          </a:xfrm>
          <a:prstGeom prst="roundRect">
            <a:avLst>
              <a:gd name="adj" fmla="val 3529"/>
            </a:avLst>
          </a:prstGeom>
          <a:solidFill>
            <a:srgbClr val="F5F6FB"/>
          </a:solidFill>
          <a:ln w="12700">
            <a:solidFill>
              <a:srgbClr val="D6D8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30552" y="3584448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130552" y="3877056"/>
            <a:ext cx="18196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structure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Tab-style navigation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sections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0" y="292608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F5F6FB"/>
          </a:solidFill>
          <a:ln w="12700">
            <a:solidFill>
              <a:srgbClr val="D6D8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68112" y="3035808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Layer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68112" y="3328416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reveal + typing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menu logic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0" y="452628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F5F6FB"/>
          </a:solidFill>
          <a:ln w="12700">
            <a:solidFill>
              <a:srgbClr val="D6D8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68112" y="4636008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Layer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68112" y="4928616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GitHub-dark design system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&amp; Flexbox layout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&amp; animation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823960" y="3474720"/>
            <a:ext cx="2423160" cy="1554480"/>
          </a:xfrm>
          <a:prstGeom prst="roundRect">
            <a:avLst>
              <a:gd name="adj" fmla="val 3529"/>
            </a:avLst>
          </a:prstGeom>
          <a:solidFill>
            <a:srgbClr val="F5F6FB"/>
          </a:solidFill>
          <a:ln w="12700">
            <a:solidFill>
              <a:srgbClr val="D6D8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88552" y="3584448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988552" y="3877056"/>
            <a:ext cx="20939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 hosting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/ database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live URL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 flipV="1">
            <a:off x="4114800" y="3611880"/>
            <a:ext cx="1188720" cy="640080"/>
          </a:xfrm>
          <a:prstGeom prst="line">
            <a:avLst/>
          </a:prstGeom>
          <a:noFill/>
          <a:ln w="19050">
            <a:solidFill>
              <a:srgbClr val="8A8FA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14800" y="4251960"/>
            <a:ext cx="1188720" cy="960120"/>
          </a:xfrm>
          <a:prstGeom prst="line">
            <a:avLst/>
          </a:prstGeom>
          <a:noFill/>
          <a:ln w="19050">
            <a:solidFill>
              <a:srgbClr val="8A8FA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35240" y="3611880"/>
            <a:ext cx="1188720" cy="640080"/>
          </a:xfrm>
          <a:prstGeom prst="line">
            <a:avLst/>
          </a:prstGeom>
          <a:noFill/>
          <a:ln w="19050">
            <a:solidFill>
              <a:srgbClr val="8A8FA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7635240" y="4251960"/>
            <a:ext cx="1188720" cy="960120"/>
          </a:xfrm>
          <a:prstGeom prst="line">
            <a:avLst/>
          </a:prstGeom>
          <a:noFill/>
          <a:ln w="19050">
            <a:solidFill>
              <a:srgbClr val="8A8FA3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MEHER.DEV  ·  INTERNSHIP PRESENTATION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00023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planning to public deployment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64592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1183912589765324e+87" dist="4.539409840663996e+86" dir="1.9743255576340073e+102">
              <a:srgbClr val="1B1D3A">
                <a:alpha val="1.2e+10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9576" y="2606040"/>
            <a:ext cx="384048" cy="384048"/>
          </a:xfrm>
          <a:prstGeom prst="ellipse">
            <a:avLst/>
          </a:prstGeom>
          <a:solidFill>
            <a:srgbClr val="5B54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79576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15468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3703320"/>
            <a:ext cx="13533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out the sections needed: hero, about, skills, projects, learnings and contact.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03704" y="3694176"/>
            <a:ext cx="182880" cy="9144"/>
          </a:xfrm>
          <a:prstGeom prst="line">
            <a:avLst/>
          </a:prstGeom>
          <a:noFill/>
          <a:ln w="19050">
            <a:solidFill>
              <a:srgbClr val="8A8FA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95728" y="2331720"/>
            <a:ext cx="164592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6903568989001962e+91" dist="5.765050497643275e+90" dir="1.1845953345804043e+107">
              <a:srgbClr val="1B1D3A">
                <a:alpha val="1.2e+10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26664" y="2606040"/>
            <a:ext cx="384048" cy="384048"/>
          </a:xfrm>
          <a:prstGeom prst="ellipse">
            <a:avLst/>
          </a:prstGeom>
          <a:solidFill>
            <a:srgbClr val="5B54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26664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505456" y="315468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Planning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542032" y="3703320"/>
            <a:ext cx="13533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Sketched a code-editor-inspired layout with tab navigation and repo-style cards.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50792" y="3694176"/>
            <a:ext cx="182880" cy="9144"/>
          </a:xfrm>
          <a:prstGeom prst="line">
            <a:avLst/>
          </a:prstGeom>
          <a:noFill/>
          <a:ln w="19050">
            <a:solidFill>
              <a:srgbClr val="8A8FA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42816" y="2331720"/>
            <a:ext cx="164592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416753261603249e+95" dist="7.321614132006959e+94" dir="7.107572007482426e+111">
              <a:srgbClr val="1B1D3A">
                <a:alpha val="1.1999999999999999e+11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73752" y="2606040"/>
            <a:ext cx="384048" cy="384048"/>
          </a:xfrm>
          <a:prstGeom prst="ellipse">
            <a:avLst/>
          </a:prstGeom>
          <a:solidFill>
            <a:srgbClr val="5B54F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73752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352544" y="315468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3703320"/>
            <a:ext cx="13533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semantic structure with a GitHub-dark design system and responsive breakpoints.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97880" y="3694176"/>
            <a:ext cx="182880" cy="9144"/>
          </a:xfrm>
          <a:prstGeom prst="line">
            <a:avLst/>
          </a:prstGeom>
          <a:noFill/>
          <a:ln w="19050">
            <a:solidFill>
              <a:srgbClr val="8A8FA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89904" y="2331720"/>
            <a:ext cx="164592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3392766422361264e+99" dist="9.298449947648839e+98" dir="4.2645432044894554e+116">
              <a:srgbClr val="1B1D3A">
                <a:alpha val="1.1999999999999998e+119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2606040"/>
            <a:ext cx="384048" cy="384048"/>
          </a:xfrm>
          <a:prstGeom prst="ellipse">
            <a:avLst/>
          </a:prstGeom>
          <a:solidFill>
            <a:srgbClr val="5B54F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208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199632" y="315468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Logic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236208" y="3703320"/>
            <a:ext cx="13533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scroll reveal, a typing effect, mobile menu, and form validation.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44968" y="3694176"/>
            <a:ext cx="182880" cy="9144"/>
          </a:xfrm>
          <a:prstGeom prst="line">
            <a:avLst/>
          </a:prstGeom>
          <a:noFill/>
          <a:ln w="19050">
            <a:solidFill>
              <a:srgbClr val="8A8FA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936992" y="2331720"/>
            <a:ext cx="164592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510881335639881e+103" dist="1.1809031433514024e+103" dir="2.5587259226936733e+121">
              <a:srgbClr val="1B1D3A">
                <a:alpha val="1.1999999999999998e+12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67928" y="2606040"/>
            <a:ext cx="384048" cy="384048"/>
          </a:xfrm>
          <a:prstGeom prst="ellipse">
            <a:avLst/>
          </a:prstGeom>
          <a:solidFill>
            <a:srgbClr val="5B54F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67928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0" y="315468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083296" y="3703320"/>
            <a:ext cx="13533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tested every section across screen sizes and browsers.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592056" y="3694176"/>
            <a:ext cx="182880" cy="9144"/>
          </a:xfrm>
          <a:prstGeom prst="line">
            <a:avLst/>
          </a:prstGeom>
          <a:noFill/>
          <a:ln w="19050">
            <a:solidFill>
              <a:srgbClr val="8A8FA3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784080" y="2331720"/>
            <a:ext cx="164592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.998819296262648e+107" dist="1.499746992056281e+107" dir="1.535235553616204e+126">
              <a:srgbClr val="1B1D3A">
                <a:alpha val="1.1999999999999998e+129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415016" y="2606040"/>
            <a:ext cx="384048" cy="384048"/>
          </a:xfrm>
          <a:prstGeom prst="ellipse">
            <a:avLst/>
          </a:prstGeom>
          <a:solidFill>
            <a:srgbClr val="5B54F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415016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9893808" y="315468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930384" y="3703320"/>
            <a:ext cx="13533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0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the static site to GitHub Pages from the repository.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MEHER.DEV  ·  INTERNSHIP PRESENTATION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00023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of the internship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.888500506253563e+111" dist="1.904678679911477e+111" dir="9.211413321697224e+130">
              <a:srgbClr val="1B1D3A">
                <a:alpha val="1.1999999999999998e+134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56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350008"/>
            <a:ext cx="137160" cy="137160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70432" y="222199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responsive, single-page portfolio site reflecting the internship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971800"/>
            <a:ext cx="137160" cy="137160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70432" y="284378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mobile navigation and smooth-scroll section links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593592"/>
            <a:ext cx="137160" cy="137160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0432" y="346557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 skills and internship-project sections with real write-ups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215384"/>
            <a:ext cx="137160" cy="137160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70432" y="40873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commit-log-styled “What I Learned” timeline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837176"/>
            <a:ext cx="137160" cy="137160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70432" y="470916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front-end-validated contact form with direct contact links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5458968"/>
            <a:ext cx="137160" cy="137160"/>
          </a:xfrm>
          <a:prstGeom prst="ellipse">
            <a:avLst/>
          </a:prstGeom>
          <a:solidFill>
            <a:srgbClr val="12A58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70432" y="533095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public deployment on GitHub Pages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80760" y="160020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23264A"/>
          </a:solidFill>
          <a:ln/>
          <a:effectLst>
            <a:outerShdw sx="100000" sy="100000" kx="0" ky="0" algn="bl" rotWithShape="0" blurRad="1.1288395642942025e+116" dist="2.418941923487576e+115" dir="5.526847993018334e+135">
              <a:srgbClr val="1B1D3A">
                <a:alpha val="1.1999999999999998e+139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00800" y="1856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4D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37744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in semantic HTML, responsive CSS layout (Grid &amp; Flexbox), JavaScript DOM manipulation and event handling, IntersectionObserver-based scroll animation, accessibility fundamentals, Git/GitHub workflows, and static-site deployment.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also built experience turning a real internship experience into a clear, well-organized personal narrative for a portfolio.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MEHER.DEV  ·  INTERNSHIP PRESENTATION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0023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8229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4D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234440"/>
            <a:ext cx="9994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Meher.dev shows a complete front-end workflow — from planning and visual identity to a live, deployed website.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2606040"/>
            <a:ext cx="8897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without frameworks or a backend, the project demonstrates that thoughtful HTML, CSS and JavaScript alone can produce a distinctive, responsive, and genuinely useful personal portfolio.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12368" y="361188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2326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12368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112368" y="4480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modules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41368" y="361188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2326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41368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541368" y="4480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Client-side, no backend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70368" y="361188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2326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70368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6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7970368" y="4480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GitHub Pages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0" y="53492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0" y="58064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E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Meher Prateek  ·  B.Tech CSE, 3rd Semester  ·  IILM University, Greater Noida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2026-08-30T06:44:52Z</dcterms:created>
  <dcterms:modified xsi:type="dcterms:W3CDTF">2026-08-30T06:44:52Z</dcterms:modified>
</cp:coreProperties>
</file>